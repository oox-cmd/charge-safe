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tags" Target="../tags/tag1.xml"/><Relationship Id="rId2" Type="http://schemas.microsoft.com/office/2007/relationships/media" Target="file:///D:/&#26700;&#38754;/ChargeSafe.mov" TargetMode="External"/><Relationship Id="rId1" Type="http://schemas.openxmlformats.org/officeDocument/2006/relationships/video" Target="file:///D:/&#26700;&#38754;/ChargeSafe.m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ChargeSaf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吴诗颖</cp:lastModifiedBy>
  <cp:revision>2</cp:revision>
  <dcterms:created xsi:type="dcterms:W3CDTF">2013-01-27T09:14:00Z</dcterms:created>
  <dcterms:modified xsi:type="dcterms:W3CDTF">2026-07-08T10:44:48Z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6BD2B92F697D4752BDB9A513C1C9FDDD_13</vt:lpwstr>
  </property>
</Properties>
</file>